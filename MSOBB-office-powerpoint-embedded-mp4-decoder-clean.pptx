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MSOBB-office-powerpoint-poster-not-video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video" Target="../media/MSOBB-office-powerpoint-owned-checker-video.mp4"/><Relationship Id="rId5" Type="http://schemas.microsoft.com/office/2007/relationships/media" Target="../media/MSOBB-office-powerpoint-owned-checker-video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MSOBB_PPTX_EMBEDDED_MP4_DECODER_Q7N4K2_20260814 MSOBB_PPTX_EMBEDDED_MP4_DECODER_END</a:t>
            </a:r>
            <a:endParaRPr lang="en-US" sz="2400" dirty="0"/>
          </a:p>
        </p:txBody>
      </p:sp>
      <p:pic>
        <p:nvPicPr>
          <p:cNvPr id="3" name="MSOBB embedded owned H.264 video" descr="Poster is deliberately unlike every decoded media frame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3794760" y="1463040"/>
            <a:ext cx="45720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MSOBB-POWERPOINT-LINKED-VIDEO-VISIBLE-FALLBACK-V2</dc:title>
  <dc:subject>Benign Office Online app-worker validation fixture</dc:subject>
  <dc:creator>0x7ain MSOBB owned fixture</dc:creator>
  <cp:lastModifiedBy>0x7ain MSOBB owned fixture</cp:lastModifiedBy>
  <cp:revision>1</cp:revision>
  <dcterms:created xsi:type="dcterms:W3CDTF">2026-08-14T00:28:08Z</dcterms:created>
  <dcterms:modified xsi:type="dcterms:W3CDTF">2026-08-14T00:28:08Z</dcterms:modified>
</cp:coreProperties>
</file>