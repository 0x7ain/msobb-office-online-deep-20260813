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LinkedVideo" Type="http://schemas.openxmlformats.org/officeDocument/2006/relationships/video" Target="https://d9v5tf20o7dnlm6iik4g8zu61zurfo4op.oast.live/powerpoint-linked-video/owned.mp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MSOBB-POWERPOINT-LINKED-VIDEO-VISIBLE-FALLBACK-V2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>
            <a:videoFile r:link="rIdLinkedVideo"/>
          </p:nvPr>
        </p:nvPicPr>
        <p:blipFill>
          <a:blip r:embed="rId1"/>
          <a:stretch>
            <a:fillRect/>
          </a:stretch>
        </p:blipFill>
        <p:spPr>
          <a:xfrm>
            <a:off x="5166360" y="192024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MSOBB-POWERPOINT-LINKED-VIDEO-VISIBLE-FALLBACK-V2</dc:title>
  <dc:subject>Benign Office Online app-worker validation fixture</dc:subject>
  <dc:creator>0x7ain MSOBB owned fixture</dc:creator>
  <cp:lastModifiedBy>0x7ain MSOBB owned fixture</cp:lastModifiedBy>
  <cp:revision>1</cp:revision>
  <dcterms:created xsi:type="dcterms:W3CDTF">2026-08-14T00:25:00Z</dcterms:created>
  <dcterms:modified xsi:type="dcterms:W3CDTF">2026-08-14T00:25:00Z</dcterms:modified>
</cp:coreProperties>
</file>