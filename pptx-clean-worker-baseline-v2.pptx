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MSOBB-POWERPOINT-CLEAN-WORKER-BASELINE-V2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MSOBB-POWERPOINT-CLEAN-WORKER-BASELINE-V2</dc:title>
  <dc:subject>Benign Office Online app-worker validation fixture</dc:subject>
  <dc:creator>0x7ain MSOBB owned fixture</dc:creator>
  <cp:lastModifiedBy>0x7ain MSOBB owned fixture</cp:lastModifiedBy>
  <cp:revision>1</cp:revision>
  <dcterms:created xsi:type="dcterms:W3CDTF">2026-08-14T00:25:00Z</dcterms:created>
  <dcterms:modified xsi:type="dcterms:W3CDTF">2026-08-14T00:25:00Z</dcterms:modified>
</cp:coreProperties>
</file>