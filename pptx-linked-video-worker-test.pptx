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Slide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
  <Relationship Id="rIdPoster" Type="http://schemas.openxmlformats.org/officeDocument/2006/relationships/image" Target="../media/poster.png"/>
  <Relationship Id="rIdVideo" Type="http://schemas.openxmlformats.org/officeDocument/2006/relationships/video" Target="https://d9v5tf20o7dnlm6iik4g8zu61zurfo4op.oast.live/powerpoint-linked-video/owned.mp4" TargetMode="Externa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wned marker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MSOBB-POWERPOINT-LINKED-VIDEO-VISIBLE-FALLBACK</a:t>
            </a:r>
            <a:endParaRPr lang="en-US"/>
          </a:p>
        </p:txBody>
      </p:sp>
      <p:pic>
        <p:nvPicPr>
          <p:cNvPr id="3" name="Owned linked video"/>
          <p:cNvPicPr>
            <a:picLocks noRot="1"/>
          </p:cNvPicPr>
          <p:nvPr>
            <a:videoFile r:link="rIdVideo"/>
          </p:nvPr>
        </p:nvPicPr>
        <p:blipFill>
          <a:blip r:embed="rIdPoster"/>
          <a:stretch>
            <a:fillRect/>
          </a:stretch>
        </p:blipFill>
        <p:spPr>
          <a:xfrm>
            <a:off x="3657600" y="1828800"/>
            <a:ext cx="1828800" cy="1828800"/>
          </a:xfrm>
          <a:prstGeom prst="rect">
            <a:avLst/>
          </a:prstGeom>
        </p:spPr>
      </p:pic>
    </p:spTree>
  </p:cSld>
</p:sld>
</file>