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glb" ContentType="model/gltf-binary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MSOBB-office3d-fallback-not-model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MSOBBModel3D" Type="http://schemas.microsoft.com/office/2017/06/relationships/model3d" Target="../media/MSOBB-office3d-owned-checker-model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MSOBB_PPTX_EMBEDDED_3D_RASTERLESS_Q4K8N2_20260814 MSOBB_PPTX_EMBEDDED_3D_RASTERLESS_END</a:t>
            </a:r>
            <a:endParaRPr 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SOBB rasterless embedded 3D model" descr="Owned checker-textured GLB; raster intentionally omitted"/>
              <p:cNvGraphicFramePr>
                <a:graphicFrameLocks noGrp="1"/>
              </p:cNvGraphicFramePr>
              <p:nvPr/>
            </p:nvGraphicFramePr>
            <p:xfrm>
              <a:off x="3794760" y="1463040"/>
              <a:ext cx="4572000" cy="3657600"/>
            </p:xfrm>
            <a:graphic>
              <a:graphicData uri="http://schemas.microsoft.com/office/drawing/2017/model3d">
                <am3d:model3d r:embed="rIdMSOBBModel3D">
                  <am3d:spPr>
                    <a:xfrm>
                      <a:off x="0" y="0"/>
                      <a:ext cx="4572000" cy="3657600"/>
                    </a:xfrm>
                    <a:prstGeom prst="rect">
                      <a:avLst/>
                    </a:prstGeom>
                  </am3d:spPr>
                  <am3d:camera>
                    <am3d:pos x="0" y="0" z="677401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569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0" az="0"/>
                    <am3d:postTrans dx="0" dy="0" dz="0"/>
                  </am3d:trans>
                  <am3d:objViewport viewportSz="5418666"/>
                </am3d:model3d>
              </a:graphicData>
            </a:graphic>
          </p:graphicFrame>
        </mc:Choice>
        <mc:Fallback>
          <p:pic>
            <p:nvPicPr>
              <p:cNvPr id="3" name="MSOBB 3D unsupported fallback" descr="Magenta-border X fallback; not the GLB mode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794760" y="1463040"/>
                <a:ext cx="4572000" cy="365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MSOBB-POWERPOINT-LINKED-VIDEO-VISIBLE-FALLBACK-V2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2026-08-14T00:28:08Z</dcterms:created>
  <dcterms:modified xsi:type="dcterms:W3CDTF">2026-08-14T00:28:08Z</dcterms:modified>
</cp:coreProperties>
</file>