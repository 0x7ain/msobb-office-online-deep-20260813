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7" r:id="rId2"/>
  </p:sldIdLst>
  <p:sldSz cx="1800225" cy="10795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C3CC"/>
    <a:srgbClr val="7D2A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6327"/>
  </p:normalViewPr>
  <p:slideViewPr>
    <p:cSldViewPr snapToGrid="0" snapToObjects="1">
      <p:cViewPr varScale="1">
        <p:scale>
          <a:sx n="400" d="100"/>
          <a:sy n="400" d="100"/>
        </p:scale>
        <p:origin x="3120" y="1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5028" y="176668"/>
            <a:ext cx="1350169" cy="375826"/>
          </a:xfrm>
        </p:spPr>
        <p:txBody>
          <a:bodyPr anchor="b"/>
          <a:lstStyle>
            <a:lvl1pPr algn="ctr">
              <a:defRPr sz="886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5028" y="566988"/>
            <a:ext cx="1350169" cy="260629"/>
          </a:xfrm>
        </p:spPr>
        <p:txBody>
          <a:bodyPr/>
          <a:lstStyle>
            <a:lvl1pPr marL="0" indent="0" algn="ctr">
              <a:buNone/>
              <a:defRPr sz="354"/>
            </a:lvl1pPr>
            <a:lvl2pPr marL="67528" indent="0" algn="ctr">
              <a:buNone/>
              <a:defRPr sz="295"/>
            </a:lvl2pPr>
            <a:lvl3pPr marL="135057" indent="0" algn="ctr">
              <a:buNone/>
              <a:defRPr sz="266"/>
            </a:lvl3pPr>
            <a:lvl4pPr marL="202585" indent="0" algn="ctr">
              <a:buNone/>
              <a:defRPr sz="236"/>
            </a:lvl4pPr>
            <a:lvl5pPr marL="270114" indent="0" algn="ctr">
              <a:buNone/>
              <a:defRPr sz="236"/>
            </a:lvl5pPr>
            <a:lvl6pPr marL="337642" indent="0" algn="ctr">
              <a:buNone/>
              <a:defRPr sz="236"/>
            </a:lvl6pPr>
            <a:lvl7pPr marL="405171" indent="0" algn="ctr">
              <a:buNone/>
              <a:defRPr sz="236"/>
            </a:lvl7pPr>
            <a:lvl8pPr marL="472699" indent="0" algn="ctr">
              <a:buNone/>
              <a:defRPr sz="236"/>
            </a:lvl8pPr>
            <a:lvl9pPr marL="540228" indent="0" algn="ctr">
              <a:buNone/>
              <a:defRPr sz="236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1EE72-E869-2646-8C3C-17DF17E62D48}" type="datetimeFigureOut">
              <a:rPr lang="en-US" smtClean="0"/>
              <a:t>7/29/22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CBE82-824C-ED46-93B8-5CCC611FC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28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1EE72-E869-2646-8C3C-17DF17E62D48}" type="datetimeFigureOut">
              <a:rPr lang="en-US" smtClean="0"/>
              <a:t>7/29/22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CBE82-824C-ED46-93B8-5CCC611FC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639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28" y="269125"/>
            <a:ext cx="1552694" cy="449042"/>
          </a:xfrm>
        </p:spPr>
        <p:txBody>
          <a:bodyPr anchor="b"/>
          <a:lstStyle>
            <a:lvl1pPr>
              <a:defRPr sz="886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828" y="722415"/>
            <a:ext cx="1552694" cy="236141"/>
          </a:xfrm>
        </p:spPr>
        <p:txBody>
          <a:bodyPr/>
          <a:lstStyle>
            <a:lvl1pPr marL="0" indent="0">
              <a:buNone/>
              <a:defRPr sz="354">
                <a:solidFill>
                  <a:schemeClr val="tx1">
                    <a:tint val="75000"/>
                  </a:schemeClr>
                </a:solidFill>
              </a:defRPr>
            </a:lvl1pPr>
            <a:lvl2pPr marL="67528" indent="0">
              <a:buNone/>
              <a:defRPr sz="295">
                <a:solidFill>
                  <a:schemeClr val="tx1">
                    <a:tint val="75000"/>
                  </a:schemeClr>
                </a:solidFill>
              </a:defRPr>
            </a:lvl2pPr>
            <a:lvl3pPr marL="135057" indent="0">
              <a:buNone/>
              <a:defRPr sz="266">
                <a:solidFill>
                  <a:schemeClr val="tx1">
                    <a:tint val="75000"/>
                  </a:schemeClr>
                </a:solidFill>
              </a:defRPr>
            </a:lvl3pPr>
            <a:lvl4pPr marL="202585" indent="0">
              <a:buNone/>
              <a:defRPr sz="236">
                <a:solidFill>
                  <a:schemeClr val="tx1">
                    <a:tint val="75000"/>
                  </a:schemeClr>
                </a:solidFill>
              </a:defRPr>
            </a:lvl4pPr>
            <a:lvl5pPr marL="270114" indent="0">
              <a:buNone/>
              <a:defRPr sz="236">
                <a:solidFill>
                  <a:schemeClr val="tx1">
                    <a:tint val="75000"/>
                  </a:schemeClr>
                </a:solidFill>
              </a:defRPr>
            </a:lvl5pPr>
            <a:lvl6pPr marL="337642" indent="0">
              <a:buNone/>
              <a:defRPr sz="236">
                <a:solidFill>
                  <a:schemeClr val="tx1">
                    <a:tint val="75000"/>
                  </a:schemeClr>
                </a:solidFill>
              </a:defRPr>
            </a:lvl6pPr>
            <a:lvl7pPr marL="405171" indent="0">
              <a:buNone/>
              <a:defRPr sz="236">
                <a:solidFill>
                  <a:schemeClr val="tx1">
                    <a:tint val="75000"/>
                  </a:schemeClr>
                </a:solidFill>
              </a:defRPr>
            </a:lvl7pPr>
            <a:lvl8pPr marL="472699" indent="0">
              <a:buNone/>
              <a:defRPr sz="236">
                <a:solidFill>
                  <a:schemeClr val="tx1">
                    <a:tint val="75000"/>
                  </a:schemeClr>
                </a:solidFill>
              </a:defRPr>
            </a:lvl8pPr>
            <a:lvl9pPr marL="540228" indent="0">
              <a:buNone/>
              <a:defRPr sz="23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1EE72-E869-2646-8C3C-17DF17E62D48}" type="datetimeFigureOut">
              <a:rPr lang="en-US" smtClean="0"/>
              <a:t>7/29/22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CBE82-824C-ED46-93B8-5CCC611FC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261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765" y="287367"/>
            <a:ext cx="765096" cy="68493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1364" y="287367"/>
            <a:ext cx="765096" cy="68493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1EE72-E869-2646-8C3C-17DF17E62D48}" type="datetimeFigureOut">
              <a:rPr lang="en-US" smtClean="0"/>
              <a:t>7/29/22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CBE82-824C-ED46-93B8-5CCC611FC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552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000" y="57474"/>
            <a:ext cx="1552694" cy="20865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000" y="264627"/>
            <a:ext cx="761579" cy="129690"/>
          </a:xfrm>
        </p:spPr>
        <p:txBody>
          <a:bodyPr anchor="b"/>
          <a:lstStyle>
            <a:lvl1pPr marL="0" indent="0">
              <a:buNone/>
              <a:defRPr sz="354" b="1"/>
            </a:lvl1pPr>
            <a:lvl2pPr marL="67528" indent="0">
              <a:buNone/>
              <a:defRPr sz="295" b="1"/>
            </a:lvl2pPr>
            <a:lvl3pPr marL="135057" indent="0">
              <a:buNone/>
              <a:defRPr sz="266" b="1"/>
            </a:lvl3pPr>
            <a:lvl4pPr marL="202585" indent="0">
              <a:buNone/>
              <a:defRPr sz="236" b="1"/>
            </a:lvl4pPr>
            <a:lvl5pPr marL="270114" indent="0">
              <a:buNone/>
              <a:defRPr sz="236" b="1"/>
            </a:lvl5pPr>
            <a:lvl6pPr marL="337642" indent="0">
              <a:buNone/>
              <a:defRPr sz="236" b="1"/>
            </a:lvl6pPr>
            <a:lvl7pPr marL="405171" indent="0">
              <a:buNone/>
              <a:defRPr sz="236" b="1"/>
            </a:lvl7pPr>
            <a:lvl8pPr marL="472699" indent="0">
              <a:buNone/>
              <a:defRPr sz="236" b="1"/>
            </a:lvl8pPr>
            <a:lvl9pPr marL="540228" indent="0">
              <a:buNone/>
              <a:defRPr sz="236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4000" y="394318"/>
            <a:ext cx="761579" cy="5799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11364" y="264627"/>
            <a:ext cx="765330" cy="129690"/>
          </a:xfrm>
        </p:spPr>
        <p:txBody>
          <a:bodyPr anchor="b"/>
          <a:lstStyle>
            <a:lvl1pPr marL="0" indent="0">
              <a:buNone/>
              <a:defRPr sz="354" b="1"/>
            </a:lvl1pPr>
            <a:lvl2pPr marL="67528" indent="0">
              <a:buNone/>
              <a:defRPr sz="295" b="1"/>
            </a:lvl2pPr>
            <a:lvl3pPr marL="135057" indent="0">
              <a:buNone/>
              <a:defRPr sz="266" b="1"/>
            </a:lvl3pPr>
            <a:lvl4pPr marL="202585" indent="0">
              <a:buNone/>
              <a:defRPr sz="236" b="1"/>
            </a:lvl4pPr>
            <a:lvl5pPr marL="270114" indent="0">
              <a:buNone/>
              <a:defRPr sz="236" b="1"/>
            </a:lvl5pPr>
            <a:lvl6pPr marL="337642" indent="0">
              <a:buNone/>
              <a:defRPr sz="236" b="1"/>
            </a:lvl6pPr>
            <a:lvl7pPr marL="405171" indent="0">
              <a:buNone/>
              <a:defRPr sz="236" b="1"/>
            </a:lvl7pPr>
            <a:lvl8pPr marL="472699" indent="0">
              <a:buNone/>
              <a:defRPr sz="236" b="1"/>
            </a:lvl8pPr>
            <a:lvl9pPr marL="540228" indent="0">
              <a:buNone/>
              <a:defRPr sz="236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11364" y="394318"/>
            <a:ext cx="765330" cy="5799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1EE72-E869-2646-8C3C-17DF17E62D48}" type="datetimeFigureOut">
              <a:rPr lang="en-US" smtClean="0"/>
              <a:t>7/29/22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CBE82-824C-ED46-93B8-5CCC611FC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262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1EE72-E869-2646-8C3C-17DF17E62D48}" type="datetimeFigureOut">
              <a:rPr lang="en-US" smtClean="0"/>
              <a:t>7/29/22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CBE82-824C-ED46-93B8-5CCC611FC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095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1EE72-E869-2646-8C3C-17DF17E62D48}" type="datetimeFigureOut">
              <a:rPr lang="en-US" smtClean="0"/>
              <a:t>7/29/22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CBE82-824C-ED46-93B8-5CCC611FC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624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000" y="71967"/>
            <a:ext cx="580619" cy="251883"/>
          </a:xfrm>
        </p:spPr>
        <p:txBody>
          <a:bodyPr anchor="b"/>
          <a:lstStyle>
            <a:lvl1pPr>
              <a:defRPr sz="473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330" y="155428"/>
            <a:ext cx="911364" cy="767145"/>
          </a:xfrm>
        </p:spPr>
        <p:txBody>
          <a:bodyPr/>
          <a:lstStyle>
            <a:lvl1pPr>
              <a:defRPr sz="473"/>
            </a:lvl1pPr>
            <a:lvl2pPr>
              <a:defRPr sz="414"/>
            </a:lvl2pPr>
            <a:lvl3pPr>
              <a:defRPr sz="354"/>
            </a:lvl3pPr>
            <a:lvl4pPr>
              <a:defRPr sz="295"/>
            </a:lvl4pPr>
            <a:lvl5pPr>
              <a:defRPr sz="295"/>
            </a:lvl5pPr>
            <a:lvl6pPr>
              <a:defRPr sz="295"/>
            </a:lvl6pPr>
            <a:lvl7pPr>
              <a:defRPr sz="295"/>
            </a:lvl7pPr>
            <a:lvl8pPr>
              <a:defRPr sz="295"/>
            </a:lvl8pPr>
            <a:lvl9pPr>
              <a:defRPr sz="295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4000" y="323850"/>
            <a:ext cx="580619" cy="599972"/>
          </a:xfrm>
        </p:spPr>
        <p:txBody>
          <a:bodyPr/>
          <a:lstStyle>
            <a:lvl1pPr marL="0" indent="0">
              <a:buNone/>
              <a:defRPr sz="236"/>
            </a:lvl1pPr>
            <a:lvl2pPr marL="67528" indent="0">
              <a:buNone/>
              <a:defRPr sz="207"/>
            </a:lvl2pPr>
            <a:lvl3pPr marL="135057" indent="0">
              <a:buNone/>
              <a:defRPr sz="177"/>
            </a:lvl3pPr>
            <a:lvl4pPr marL="202585" indent="0">
              <a:buNone/>
              <a:defRPr sz="148"/>
            </a:lvl4pPr>
            <a:lvl5pPr marL="270114" indent="0">
              <a:buNone/>
              <a:defRPr sz="148"/>
            </a:lvl5pPr>
            <a:lvl6pPr marL="337642" indent="0">
              <a:buNone/>
              <a:defRPr sz="148"/>
            </a:lvl6pPr>
            <a:lvl7pPr marL="405171" indent="0">
              <a:buNone/>
              <a:defRPr sz="148"/>
            </a:lvl7pPr>
            <a:lvl8pPr marL="472699" indent="0">
              <a:buNone/>
              <a:defRPr sz="148"/>
            </a:lvl8pPr>
            <a:lvl9pPr marL="540228" indent="0">
              <a:buNone/>
              <a:defRPr sz="148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1EE72-E869-2646-8C3C-17DF17E62D48}" type="datetimeFigureOut">
              <a:rPr lang="en-US" smtClean="0"/>
              <a:t>7/29/22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CBE82-824C-ED46-93B8-5CCC611FC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354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000" y="71967"/>
            <a:ext cx="580619" cy="251883"/>
          </a:xfrm>
        </p:spPr>
        <p:txBody>
          <a:bodyPr anchor="b"/>
          <a:lstStyle>
            <a:lvl1pPr>
              <a:defRPr sz="473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65330" y="155428"/>
            <a:ext cx="911364" cy="767145"/>
          </a:xfrm>
        </p:spPr>
        <p:txBody>
          <a:bodyPr anchor="t"/>
          <a:lstStyle>
            <a:lvl1pPr marL="0" indent="0">
              <a:buNone/>
              <a:defRPr sz="473"/>
            </a:lvl1pPr>
            <a:lvl2pPr marL="67528" indent="0">
              <a:buNone/>
              <a:defRPr sz="414"/>
            </a:lvl2pPr>
            <a:lvl3pPr marL="135057" indent="0">
              <a:buNone/>
              <a:defRPr sz="354"/>
            </a:lvl3pPr>
            <a:lvl4pPr marL="202585" indent="0">
              <a:buNone/>
              <a:defRPr sz="295"/>
            </a:lvl4pPr>
            <a:lvl5pPr marL="270114" indent="0">
              <a:buNone/>
              <a:defRPr sz="295"/>
            </a:lvl5pPr>
            <a:lvl6pPr marL="337642" indent="0">
              <a:buNone/>
              <a:defRPr sz="295"/>
            </a:lvl6pPr>
            <a:lvl7pPr marL="405171" indent="0">
              <a:buNone/>
              <a:defRPr sz="295"/>
            </a:lvl7pPr>
            <a:lvl8pPr marL="472699" indent="0">
              <a:buNone/>
              <a:defRPr sz="295"/>
            </a:lvl8pPr>
            <a:lvl9pPr marL="540228" indent="0">
              <a:buNone/>
              <a:defRPr sz="295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4000" y="323850"/>
            <a:ext cx="580619" cy="599972"/>
          </a:xfrm>
        </p:spPr>
        <p:txBody>
          <a:bodyPr/>
          <a:lstStyle>
            <a:lvl1pPr marL="0" indent="0">
              <a:buNone/>
              <a:defRPr sz="236"/>
            </a:lvl1pPr>
            <a:lvl2pPr marL="67528" indent="0">
              <a:buNone/>
              <a:defRPr sz="207"/>
            </a:lvl2pPr>
            <a:lvl3pPr marL="135057" indent="0">
              <a:buNone/>
              <a:defRPr sz="177"/>
            </a:lvl3pPr>
            <a:lvl4pPr marL="202585" indent="0">
              <a:buNone/>
              <a:defRPr sz="148"/>
            </a:lvl4pPr>
            <a:lvl5pPr marL="270114" indent="0">
              <a:buNone/>
              <a:defRPr sz="148"/>
            </a:lvl5pPr>
            <a:lvl6pPr marL="337642" indent="0">
              <a:buNone/>
              <a:defRPr sz="148"/>
            </a:lvl6pPr>
            <a:lvl7pPr marL="405171" indent="0">
              <a:buNone/>
              <a:defRPr sz="148"/>
            </a:lvl7pPr>
            <a:lvl8pPr marL="472699" indent="0">
              <a:buNone/>
              <a:defRPr sz="148"/>
            </a:lvl8pPr>
            <a:lvl9pPr marL="540228" indent="0">
              <a:buNone/>
              <a:defRPr sz="148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1EE72-E869-2646-8C3C-17DF17E62D48}" type="datetimeFigureOut">
              <a:rPr lang="en-US" smtClean="0"/>
              <a:t>7/29/22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CBE82-824C-ED46-93B8-5CCC611FC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504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1EE72-E869-2646-8C3C-17DF17E62D48}" type="datetimeFigureOut">
              <a:rPr lang="en-US" smtClean="0"/>
              <a:t>7/29/22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CBE82-824C-ED46-93B8-5CCC611FC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38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88286" y="57474"/>
            <a:ext cx="388174" cy="914826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3765" y="57474"/>
            <a:ext cx="1142018" cy="914826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1EE72-E869-2646-8C3C-17DF17E62D48}" type="datetimeFigureOut">
              <a:rPr lang="en-US" smtClean="0"/>
              <a:t>7/29/22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CBE82-824C-ED46-93B8-5CCC611FC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00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3766" y="57474"/>
            <a:ext cx="1552694" cy="2086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766" y="287367"/>
            <a:ext cx="1552694" cy="684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3765" y="1000537"/>
            <a:ext cx="405051" cy="574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F1EE72-E869-2646-8C3C-17DF17E62D48}" type="datetimeFigureOut">
              <a:rPr lang="en-US" smtClean="0"/>
              <a:t>7/29/22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6325" y="1000537"/>
            <a:ext cx="607576" cy="574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71409" y="1000537"/>
            <a:ext cx="405051" cy="574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CCBE82-824C-ED46-93B8-5CCC611FC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42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35057" rtl="0" eaLnBrk="1" latinLnBrk="0" hangingPunct="1">
        <a:lnSpc>
          <a:spcPct val="90000"/>
        </a:lnSpc>
        <a:spcBef>
          <a:spcPct val="0"/>
        </a:spcBef>
        <a:buNone/>
        <a:defRPr sz="6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764" indent="-33764" algn="l" defTabSz="135057" rtl="0" eaLnBrk="1" latinLnBrk="0" hangingPunct="1">
        <a:lnSpc>
          <a:spcPct val="90000"/>
        </a:lnSpc>
        <a:spcBef>
          <a:spcPts val="148"/>
        </a:spcBef>
        <a:buFont typeface="Arial" panose="020B0604020202020204" pitchFamily="34" charset="0"/>
        <a:buChar char="•"/>
        <a:defRPr sz="414" kern="1200">
          <a:solidFill>
            <a:schemeClr val="tx1"/>
          </a:solidFill>
          <a:latin typeface="+mn-lt"/>
          <a:ea typeface="+mn-ea"/>
          <a:cs typeface="+mn-cs"/>
        </a:defRPr>
      </a:lvl1pPr>
      <a:lvl2pPr marL="101293" indent="-33764" algn="l" defTabSz="135057" rtl="0" eaLnBrk="1" latinLnBrk="0" hangingPunct="1">
        <a:lnSpc>
          <a:spcPct val="90000"/>
        </a:lnSpc>
        <a:spcBef>
          <a:spcPts val="74"/>
        </a:spcBef>
        <a:buFont typeface="Arial" panose="020B0604020202020204" pitchFamily="34" charset="0"/>
        <a:buChar char="•"/>
        <a:defRPr sz="354" kern="1200">
          <a:solidFill>
            <a:schemeClr val="tx1"/>
          </a:solidFill>
          <a:latin typeface="+mn-lt"/>
          <a:ea typeface="+mn-ea"/>
          <a:cs typeface="+mn-cs"/>
        </a:defRPr>
      </a:lvl2pPr>
      <a:lvl3pPr marL="168821" indent="-33764" algn="l" defTabSz="135057" rtl="0" eaLnBrk="1" latinLnBrk="0" hangingPunct="1">
        <a:lnSpc>
          <a:spcPct val="90000"/>
        </a:lnSpc>
        <a:spcBef>
          <a:spcPts val="74"/>
        </a:spcBef>
        <a:buFont typeface="Arial" panose="020B0604020202020204" pitchFamily="34" charset="0"/>
        <a:buChar char="•"/>
        <a:defRPr sz="295" kern="1200">
          <a:solidFill>
            <a:schemeClr val="tx1"/>
          </a:solidFill>
          <a:latin typeface="+mn-lt"/>
          <a:ea typeface="+mn-ea"/>
          <a:cs typeface="+mn-cs"/>
        </a:defRPr>
      </a:lvl3pPr>
      <a:lvl4pPr marL="236350" indent="-33764" algn="l" defTabSz="135057" rtl="0" eaLnBrk="1" latinLnBrk="0" hangingPunct="1">
        <a:lnSpc>
          <a:spcPct val="90000"/>
        </a:lnSpc>
        <a:spcBef>
          <a:spcPts val="74"/>
        </a:spcBef>
        <a:buFont typeface="Arial" panose="020B0604020202020204" pitchFamily="34" charset="0"/>
        <a:buChar char="•"/>
        <a:defRPr sz="266" kern="1200">
          <a:solidFill>
            <a:schemeClr val="tx1"/>
          </a:solidFill>
          <a:latin typeface="+mn-lt"/>
          <a:ea typeface="+mn-ea"/>
          <a:cs typeface="+mn-cs"/>
        </a:defRPr>
      </a:lvl4pPr>
      <a:lvl5pPr marL="303878" indent="-33764" algn="l" defTabSz="135057" rtl="0" eaLnBrk="1" latinLnBrk="0" hangingPunct="1">
        <a:lnSpc>
          <a:spcPct val="90000"/>
        </a:lnSpc>
        <a:spcBef>
          <a:spcPts val="74"/>
        </a:spcBef>
        <a:buFont typeface="Arial" panose="020B0604020202020204" pitchFamily="34" charset="0"/>
        <a:buChar char="•"/>
        <a:defRPr sz="266" kern="1200">
          <a:solidFill>
            <a:schemeClr val="tx1"/>
          </a:solidFill>
          <a:latin typeface="+mn-lt"/>
          <a:ea typeface="+mn-ea"/>
          <a:cs typeface="+mn-cs"/>
        </a:defRPr>
      </a:lvl5pPr>
      <a:lvl6pPr marL="371406" indent="-33764" algn="l" defTabSz="135057" rtl="0" eaLnBrk="1" latinLnBrk="0" hangingPunct="1">
        <a:lnSpc>
          <a:spcPct val="90000"/>
        </a:lnSpc>
        <a:spcBef>
          <a:spcPts val="74"/>
        </a:spcBef>
        <a:buFont typeface="Arial" panose="020B0604020202020204" pitchFamily="34" charset="0"/>
        <a:buChar char="•"/>
        <a:defRPr sz="266" kern="1200">
          <a:solidFill>
            <a:schemeClr val="tx1"/>
          </a:solidFill>
          <a:latin typeface="+mn-lt"/>
          <a:ea typeface="+mn-ea"/>
          <a:cs typeface="+mn-cs"/>
        </a:defRPr>
      </a:lvl6pPr>
      <a:lvl7pPr marL="438935" indent="-33764" algn="l" defTabSz="135057" rtl="0" eaLnBrk="1" latinLnBrk="0" hangingPunct="1">
        <a:lnSpc>
          <a:spcPct val="90000"/>
        </a:lnSpc>
        <a:spcBef>
          <a:spcPts val="74"/>
        </a:spcBef>
        <a:buFont typeface="Arial" panose="020B0604020202020204" pitchFamily="34" charset="0"/>
        <a:buChar char="•"/>
        <a:defRPr sz="266" kern="1200">
          <a:solidFill>
            <a:schemeClr val="tx1"/>
          </a:solidFill>
          <a:latin typeface="+mn-lt"/>
          <a:ea typeface="+mn-ea"/>
          <a:cs typeface="+mn-cs"/>
        </a:defRPr>
      </a:lvl7pPr>
      <a:lvl8pPr marL="506463" indent="-33764" algn="l" defTabSz="135057" rtl="0" eaLnBrk="1" latinLnBrk="0" hangingPunct="1">
        <a:lnSpc>
          <a:spcPct val="90000"/>
        </a:lnSpc>
        <a:spcBef>
          <a:spcPts val="74"/>
        </a:spcBef>
        <a:buFont typeface="Arial" panose="020B0604020202020204" pitchFamily="34" charset="0"/>
        <a:buChar char="•"/>
        <a:defRPr sz="266" kern="1200">
          <a:solidFill>
            <a:schemeClr val="tx1"/>
          </a:solidFill>
          <a:latin typeface="+mn-lt"/>
          <a:ea typeface="+mn-ea"/>
          <a:cs typeface="+mn-cs"/>
        </a:defRPr>
      </a:lvl8pPr>
      <a:lvl9pPr marL="573992" indent="-33764" algn="l" defTabSz="135057" rtl="0" eaLnBrk="1" latinLnBrk="0" hangingPunct="1">
        <a:lnSpc>
          <a:spcPct val="90000"/>
        </a:lnSpc>
        <a:spcBef>
          <a:spcPts val="74"/>
        </a:spcBef>
        <a:buFont typeface="Arial" panose="020B0604020202020204" pitchFamily="34" charset="0"/>
        <a:buChar char="•"/>
        <a:defRPr sz="26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5057" rtl="0" eaLnBrk="1" latinLnBrk="0" hangingPunct="1">
        <a:defRPr sz="266" kern="1200">
          <a:solidFill>
            <a:schemeClr val="tx1"/>
          </a:solidFill>
          <a:latin typeface="+mn-lt"/>
          <a:ea typeface="+mn-ea"/>
          <a:cs typeface="+mn-cs"/>
        </a:defRPr>
      </a:lvl1pPr>
      <a:lvl2pPr marL="67528" algn="l" defTabSz="135057" rtl="0" eaLnBrk="1" latinLnBrk="0" hangingPunct="1">
        <a:defRPr sz="266" kern="1200">
          <a:solidFill>
            <a:schemeClr val="tx1"/>
          </a:solidFill>
          <a:latin typeface="+mn-lt"/>
          <a:ea typeface="+mn-ea"/>
          <a:cs typeface="+mn-cs"/>
        </a:defRPr>
      </a:lvl2pPr>
      <a:lvl3pPr marL="135057" algn="l" defTabSz="135057" rtl="0" eaLnBrk="1" latinLnBrk="0" hangingPunct="1">
        <a:defRPr sz="266" kern="1200">
          <a:solidFill>
            <a:schemeClr val="tx1"/>
          </a:solidFill>
          <a:latin typeface="+mn-lt"/>
          <a:ea typeface="+mn-ea"/>
          <a:cs typeface="+mn-cs"/>
        </a:defRPr>
      </a:lvl3pPr>
      <a:lvl4pPr marL="202585" algn="l" defTabSz="135057" rtl="0" eaLnBrk="1" latinLnBrk="0" hangingPunct="1">
        <a:defRPr sz="266" kern="1200">
          <a:solidFill>
            <a:schemeClr val="tx1"/>
          </a:solidFill>
          <a:latin typeface="+mn-lt"/>
          <a:ea typeface="+mn-ea"/>
          <a:cs typeface="+mn-cs"/>
        </a:defRPr>
      </a:lvl4pPr>
      <a:lvl5pPr marL="270114" algn="l" defTabSz="135057" rtl="0" eaLnBrk="1" latinLnBrk="0" hangingPunct="1">
        <a:defRPr sz="266" kern="1200">
          <a:solidFill>
            <a:schemeClr val="tx1"/>
          </a:solidFill>
          <a:latin typeface="+mn-lt"/>
          <a:ea typeface="+mn-ea"/>
          <a:cs typeface="+mn-cs"/>
        </a:defRPr>
      </a:lvl5pPr>
      <a:lvl6pPr marL="337642" algn="l" defTabSz="135057" rtl="0" eaLnBrk="1" latinLnBrk="0" hangingPunct="1">
        <a:defRPr sz="266" kern="1200">
          <a:solidFill>
            <a:schemeClr val="tx1"/>
          </a:solidFill>
          <a:latin typeface="+mn-lt"/>
          <a:ea typeface="+mn-ea"/>
          <a:cs typeface="+mn-cs"/>
        </a:defRPr>
      </a:lvl6pPr>
      <a:lvl7pPr marL="405171" algn="l" defTabSz="135057" rtl="0" eaLnBrk="1" latinLnBrk="0" hangingPunct="1">
        <a:defRPr sz="266" kern="1200">
          <a:solidFill>
            <a:schemeClr val="tx1"/>
          </a:solidFill>
          <a:latin typeface="+mn-lt"/>
          <a:ea typeface="+mn-ea"/>
          <a:cs typeface="+mn-cs"/>
        </a:defRPr>
      </a:lvl7pPr>
      <a:lvl8pPr marL="472699" algn="l" defTabSz="135057" rtl="0" eaLnBrk="1" latinLnBrk="0" hangingPunct="1">
        <a:defRPr sz="266" kern="1200">
          <a:solidFill>
            <a:schemeClr val="tx1"/>
          </a:solidFill>
          <a:latin typeface="+mn-lt"/>
          <a:ea typeface="+mn-ea"/>
          <a:cs typeface="+mn-cs"/>
        </a:defRPr>
      </a:lvl8pPr>
      <a:lvl9pPr marL="540228" algn="l" defTabSz="135057" rtl="0" eaLnBrk="1" latinLnBrk="0" hangingPunct="1">
        <a:defRPr sz="26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13216D9F-BB54-1740-A809-B0B0D84D071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99616129"/>
              </p:ext>
            </p:extLst>
          </p:nvPr>
        </p:nvGraphicFramePr>
        <p:xfrm>
          <a:off x="300037" y="139700"/>
          <a:ext cx="1200150" cy="800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886841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229</TotalTime>
  <Words>4</Words>
  <Application>Microsoft Macintosh PowerPoint</Application>
  <PresentationFormat>Custom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Yaseen Kadir</dc:creator>
  <cp:lastModifiedBy>Yaseen Kadir</cp:lastModifiedBy>
  <cp:revision>4</cp:revision>
  <dcterms:created xsi:type="dcterms:W3CDTF">2022-07-21T01:47:16Z</dcterms:created>
  <dcterms:modified xsi:type="dcterms:W3CDTF">2022-07-29T05:02:01Z</dcterms:modified>
</cp:coreProperties>
</file>